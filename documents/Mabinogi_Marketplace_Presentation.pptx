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Mabinogi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OCR-Powered Item Trading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What is this?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Screenshot → Listing: Upload a tooltip screenshot, get a fully structured listing. Zero manual entry.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Smart Search: Tags + game item + attribute/option filters. Cascading text search. Saveable presets.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Auto-Tag Engine: Database-driven rules generate tags automatically. No code changes to add rules.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In-Game Verification: OTP via game all-chat. Prove you own the character. Verified badge.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Self-Correcting OCR: User edits become training data. The system improves from usage.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1. Screenshot → Listing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CA3AF"/>
                </a:solidFill>
              </a:defRPr>
            </a:pPr>
            <a:r>
              <a:t>8-stage V3 pipeline processes the original color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Stage 1: Border Detection + Crop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Stage 2: Orange Header Detection (visual, before OCR)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Stage 3: Segmentation + Section Classification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Stage 4: Per-Section Content OCR (font-matched readers)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Stage 5: Item Name Parsing (enchant prefix/suffix split)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Stage 6: Fuzzy Matching (section-aware correction)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Stage 7: Structured Rebuild (enchant/reforge/erg data)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Stage 8: Enchant Resolution (P1/P2/P3 competition)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B923C"/>
                </a:solidFill>
              </a:defRPr>
            </a:pPr>
            <a:r>
              <a:t>Key insight: Detect sections BEFORE OCR → eliminates cascade failures from garbled headers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Dullahan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CA3AF"/>
                </a:solidFill>
              </a:defRPr>
            </a:pPr>
            <a:r>
              <a:t>Effect-guided enchant header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Problem: Header OCR reads tiny crops (55-120px). 폭단 vs 성단 — both valid enchant names.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Standard fuzzy matching can't help — both candidates score equally.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Key Insight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802/1172 enchants have unique effect signatures.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The effect lines (already OCR'd) disambiguate the header.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Algorithm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1. Score all DB entries by header name similarity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2. Take candidates within 15 points of best score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3. For each candidate, score effect lines against DB effects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4. Winner = highest combined (name + effect)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B923C"/>
                </a:solidFill>
              </a:defRPr>
            </a:pPr>
            <a:r>
              <a:t>Named after the headless horseman — the "body" (effects) finds the correct "head" (header)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2. Smart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Search Dimensions (all AND-intersected)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Text query — cascading 3-tier: tags → game items → listing names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Tag chips — polymorphic: tag on enchant matches listings with that enchant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Game item filter — enables type-specific option panels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Attribute filters — damage, balance, defense, erg, special upgrade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Option filters — reforge, enchant (per-effect), echostone, murias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Saved Search Presets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localStorage JSON, max 20 entries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Order-independent dedup via DJB2 hash on sorted params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FILTER_KEYS array = single source of truth for all filter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3. Auto-Tag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CA3AF"/>
                </a:solidFill>
              </a:defRPr>
            </a:pPr>
            <a:r>
              <a:t>Database-driven rules. No code changes to add tags.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Architecture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Every rule = conditions[] + tag_template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8 operators: ==, !=, &gt;=, &lt;=, &gt;, &lt;, in, contains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Column references for cross-field comparison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Group-based cross-row matching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Runs as BackgroundTask (non-blocking)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Rules created disabled, enabled manually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Example Rules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풀피어싱: rolled_value == max_level on 피어싱 레벨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S르그50: erg_grade=="S" AND erg_level==50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붉개7: special_upgrade_type + level&gt;=7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Enchant names: prefix/suffix name → tag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4. In-Game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CA3AF"/>
                </a:solidFill>
              </a:defRPr>
            </a:pPr>
            <a:r>
              <a:t>OTP via game all-chat. Prove character ownership.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Flow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1. User requests verification → gets code: 마트레-482957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2. User sends code in-game via horn bugle (all-chat)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3. Scheduled job polls Nexon API every 20 min (4 servers)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4. Match: character_name + code → verified = true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5. Verified badge appears next to player name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Design Decisions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Non-mandatory — all services work without verification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Social proof, not access control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288 API calls/day (well under 1000 limit)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Changing server/game_id resets verification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30-min code expiry matches API history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5. Self-Correcting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CA3AF"/>
                </a:solidFill>
              </a:defRPr>
            </a:pPr>
            <a:r>
              <a:t>The system improves from its own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Feedback Loop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OCR produces text → User sees result in registration form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User corrects a line → Both original + corrected saved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Line crop image preserved for training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Admin reviews &amp; approves corrections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Approved corrections feed next model training</a:t>
            </a:r>
          </a:p>
          <a:p>
            <a:pPr>
              <a:spcBef>
                <a:spcPts val="600"/>
              </a:spcBef>
              <a:defRPr sz="1600" b="1">
                <a:solidFill>
                  <a:srgbClr val="22D3EE"/>
                </a:solidFill>
              </a:defRPr>
            </a:pPr>
            <a:r>
              <a:t>Quality Signals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confidence — low score = likely OCR error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fm_applied — FM overrides that users undo reveal dictionary gaps</a:t>
            </a:r>
          </a:p>
          <a:p>
            <a:pPr lvl="1">
              <a:spcBef>
                <a:spcPts val="300"/>
              </a:spcBef>
              <a:defRPr sz="1400" b="0">
                <a:solidFill>
                  <a:srgbClr val="9CA3AF"/>
                </a:solidFill>
              </a:defRPr>
            </a:pPr>
            <a:r>
              <a:t>charset_mismatch — corrected text has chars not in model charset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B923C"/>
                </a:solidFill>
              </a:defRPr>
            </a:pPr>
            <a:r>
              <a:t>More users → more corrections → better training data → more accurate OCR → fewer corrections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Bonus: Automatic 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SQLAlchemy before_flush hook captures all admin CRUD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Git-diff style before/after JSON for every change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Zero per-endpoint code — one middleware, all models covered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Separate table from user activity (recommendations stay clean)</a:t>
            </a:r>
          </a:p>
          <a:p>
            <a:pPr>
              <a:spcBef>
                <a:spcPts val="300"/>
              </a:spcBef>
              <a:defRPr sz="1400" b="0">
                <a:solidFill>
                  <a:srgbClr val="FFFFFF"/>
                </a:solidFill>
              </a:defRPr>
            </a:pPr>
            <a:r>
              <a:t>Source field: 'admin' vs 'system' (jobs)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Mabinogi Marketplace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